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NEUROFOCUS: EEG-BASED ATTENTION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 &amp; Single-Channel EEG</a:t>
            </a:r>
          </a:p>
          <a:p>
            <a:r>
              <a:t>Department: CSE (Data Science)</a:t>
            </a:r>
          </a:p>
          <a:p>
            <a:r>
              <a:t>Institution: Geethanjali College of Engineering and Technology</a:t>
            </a:r>
          </a:p>
          <a:p>
            <a:r>
              <a:t>Presented By: Sahith Yadav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Goal: Monitor attention to improve productivity and learning.</a:t>
            </a:r>
          </a:p>
          <a:p>
            <a:pPr/>
            <a:r>
              <a:t>The Problem: Traditional surveys are subjective and not real-time.</a:t>
            </a:r>
          </a:p>
          <a:p>
            <a:pPr/>
            <a:r>
              <a:t>The EEG Solution: Brainwaves provide continuous cognitive data.</a:t>
            </a:r>
          </a:p>
          <a:p>
            <a:pPr/>
            <a:r>
              <a:t>The Challenge: Clinical multi-channel EEG is bulky and expensive.</a:t>
            </a:r>
          </a:p>
          <a:p>
            <a:pPr/>
            <a:r>
              <a:t>Our Approach: NeuroFocus AI uses a single-channel EEG and a 1D-CNN for automated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Domains: Artificial Intelligence, Deep Learning, Brain-Computer Interfaces (BCI).</a:t>
            </a:r>
          </a:p>
          <a:p>
            <a:pPr/>
            <a:r>
              <a:t>Core Language: Python</a:t>
            </a:r>
          </a:p>
          <a:p>
            <a:pPr/>
            <a:r>
              <a:t>Deep Learning Framework: PyTorch</a:t>
            </a:r>
          </a:p>
          <a:p>
            <a:pPr/>
            <a:r>
              <a:t>Data &amp; Signal Processing: Pandas, SciPy, NumPy</a:t>
            </a:r>
          </a:p>
          <a:p>
            <a:pPr/>
            <a:r>
              <a:t>UI &amp; Visualization: Streamlit, Matplotlib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Subjective Methods: Self-reporting lacks objective, continuous data.</a:t>
            </a:r>
          </a:p>
          <a:p>
            <a:pPr/>
            <a:r>
              <a:t>Noisy Signals: Raw EEG is easily distorted by blinks and movement.</a:t>
            </a:r>
          </a:p>
          <a:p>
            <a:pPr/>
            <a:r>
              <a:t>Complex Extraction: Traditional models require difficult manual feature engineering.</a:t>
            </a:r>
          </a:p>
          <a:p>
            <a:pPr/>
            <a:r>
              <a:t>Heavy Hardware: Multi-channel caps are impractical for daily use.</a:t>
            </a:r>
          </a:p>
          <a:p>
            <a:pPr/>
            <a:r>
              <a:t>No Real-Time Systems: Most current models are strictly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NeuroFocus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Single-Channel Input: Captures signals strictly from the FP1 (frontal) electrode.</a:t>
            </a:r>
          </a:p>
          <a:p>
            <a:pPr/>
            <a:r>
              <a:t>Deep Learning: Uses a 1D-CNN to skip manual feature extraction.</a:t>
            </a:r>
          </a:p>
          <a:p>
            <a:pPr/>
            <a:r>
              <a:t>Optimized Threshold: Uses a 0.35 classification threshold for high accuracy.</a:t>
            </a:r>
          </a:p>
          <a:p>
            <a:pPr/>
            <a:r>
              <a:t>Smart Aggregation: Averages 1-second predictions into stable 10-second trends.</a:t>
            </a:r>
          </a:p>
          <a:p>
            <a:pPr/>
            <a:r>
              <a:t>Interactive UI: Provides live dashboards and exportable PDF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SDG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Objectives: Preprocess single-channel EEG, build a 1D-CNN, and deploy a web UI.</a:t>
            </a:r>
          </a:p>
          <a:p>
            <a:pPr/>
            <a:r>
              <a:t>SDG 3 (Health): Early identification of cognitive overload and fatigue.</a:t>
            </a:r>
          </a:p>
          <a:p>
            <a:pPr/>
            <a:r>
              <a:t>SDG 4 (Education): Enhances adaptive e-learning via engagement tracking.</a:t>
            </a:r>
          </a:p>
          <a:p>
            <a:pPr/>
            <a:r>
              <a:t>SDG 9 (Innovation): Promotes accessible Brain-Computer Interfaces.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Single FP1 Channel or CSV Upload.</a:t>
            </a:r>
          </a:p>
          <a:p>
            <a:pPr/>
            <a:r>
              <a:t>2. Preprocessing: 250Hz Resample, Z-Score Normalization, 1s Windows.</a:t>
            </a:r>
          </a:p>
          <a:p>
            <a:pPr/>
            <a:r>
              <a:t>3. Model: 1D-CNN (Conv1D + MaxPool + Dropout).</a:t>
            </a:r>
          </a:p>
          <a:p>
            <a:pPr/>
            <a:r>
              <a:t>4. Output: Sigmoid Probability &amp; 10s Aggregation.</a:t>
            </a:r>
          </a:p>
          <a:p>
            <a:pPr/>
            <a:r>
              <a:t>5. UI: Streamlit Dashboard &amp; Session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on EEG (Cecotti, 2011): Deep learning extracts features well, but limited to offline tasks.</a:t>
            </a:r>
          </a:p>
          <a:p>
            <a:pPr/>
            <a:r>
              <a:t>EEGNet (Lawhern, 2018): Compact networks generalize well, but need multi-channel setups.</a:t>
            </a:r>
          </a:p>
          <a:p>
            <a:pPr/>
            <a:r>
              <a:t>CNN/RNN (Roy, 2019): Outperforms handcrafted features, but requires high compute.</a:t>
            </a:r>
          </a:p>
          <a:p>
            <a:pPr/>
            <a:r>
              <a:t>NeuroFocus (Ours): Achieves real-time, single-channel tracking for practical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—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Resampling: Converts raw 512Hz signals to a standardized 250Hz.</a:t>
            </a:r>
          </a:p>
          <a:p>
            <a:pPr/>
            <a:r>
              <a:t>Segmentation: Chops data into exact 1-second chunks (250 samples).</a:t>
            </a:r>
          </a:p>
          <a:p>
            <a:pPr/>
            <a:r>
              <a:t>Normalization: Applies Z-Score scaling to handle amplitude variations.</a:t>
            </a:r>
          </a:p>
          <a:p>
            <a:pPr/>
            <a:r>
              <a:t>Tensor Conversion: Formats data into PyTorch tensors for the 1D-CNN.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— 1D-CNN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3 Convolutional layers followed by Max Pooling.</a:t>
            </a:r>
          </a:p>
          <a:p>
            <a:pPr/>
            <a:r>
              <a:t>Activation: ReLU activation and Batch Normalization.</a:t>
            </a:r>
          </a:p>
          <a:p>
            <a:pPr/>
            <a:r>
              <a:t>Classifier: Flatten -&gt; Dropout (0.5) -&gt; Linear Layer.</a:t>
            </a:r>
          </a:p>
          <a:p>
            <a:pPr/>
            <a:r>
              <a:t>Training Details: BCEWithLogitsLoss, Adam Optimizer, 30 Epochs.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Execution (Upload &amp; 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Verification: Ensures the CSV contains the required FP1 column.</a:t>
            </a:r>
          </a:p>
          <a:p>
            <a:pPr/>
            <a:r>
              <a:t>Live Metadata: Displays total samples, duration in seconds, and total windows.</a:t>
            </a:r>
          </a:p>
          <a:p>
            <a:pPr/>
            <a:r>
              <a:t>Automated Pipeline: Normalizes, creates windows, and runs the CNN instantly.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Execution (Summary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Dashboard: Shows Average, Peak, and Lowest Attention percentages.</a:t>
            </a:r>
          </a:p>
          <a:p>
            <a:pPr/>
            <a:r>
              <a:t>Session Stats: Displays exact attentive vs. inattentive seconds.</a:t>
            </a:r>
          </a:p>
          <a:p>
            <a:pPr/>
            <a:r>
              <a:t>AI Interpretation: Provides an automated textual summary of the user's focus.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Execution (Visual Analytics)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 Line: Tracks 10-second moving averages over time.</a:t>
            </a:r>
          </a:p>
          <a:p>
            <a:pPr/>
            <a:r>
              <a:t>Scatter Plot: Highlights exact focus percentage at specific intervals.</a:t>
            </a:r>
          </a:p>
          <a:p>
            <a:pPr/>
            <a:r>
              <a:t>Pie Chart: Compares overall attentive vs. inattentive duration.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&amp;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0.35 Threshold? Selected to balance precision and recall perfectly.</a:t>
            </a:r>
          </a:p>
          <a:p>
            <a:pPr/>
            <a:r>
              <a:t>Threshold 0.35: 84.04% Accuracy | 85.53% F1-Score (Selected)</a:t>
            </a:r>
          </a:p>
          <a:p>
            <a:pPr/>
            <a:r>
              <a:t>Threshold 0.40: 83.68% Accuracy | 84.90% F1-Score</a:t>
            </a:r>
          </a:p>
          <a:p>
            <a:pPr/>
            <a:r>
              <a:t>Threshold 0.50: 82.05% Accuracy | 82.51% F1-Score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 Results:</a:t>
            </a:r>
          </a:p>
          <a:p>
            <a:pPr/>
            <a:r>
              <a:t>True Positives (Attentive): 520</a:t>
            </a:r>
          </a:p>
          <a:p>
            <a:pPr/>
            <a:r>
              <a:t>True Negatives (Inattentive): 407</a:t>
            </a:r>
          </a:p>
          <a:p>
            <a:pPr/>
            <a:r>
              <a:t>False Positives: 83 | False Negatives: 93</a:t>
            </a:r>
          </a:p>
          <a:p>
            <a:pPr/>
            <a:r>
              <a:t>Testing Phase: All unit tests (CSV loading, model prediction) and functional UI tests passed.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Success: Single-channel FP1 EEG is highly effective for attention tracking.</a:t>
            </a:r>
          </a:p>
          <a:p>
            <a:pPr/>
            <a:r>
              <a:t>High Accuracy: Reached 84.04% Accuracy and 85.53% F1-Score.</a:t>
            </a:r>
          </a:p>
          <a:p>
            <a:pPr/>
            <a:r>
              <a:t>Practical Tool: The web dashboard is ready for educational and workplace deployment.</a:t>
            </a:r>
          </a:p>
          <a:p>
            <a:pPr/>
            <a:r>
              <a:t>Future Scope: Adding live Bluetooth hardware integration and audio-visual alerts.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NeuroFocus AI</a:t>
            </a:r>
          </a:p>
          <a:p>
            <a:pPr/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